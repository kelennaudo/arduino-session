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Open Sans Medium" panose="020B0604020202020204" charset="0"/>
      <p:regular r:id="rId28"/>
      <p:bold r:id="rId29"/>
      <p:italic r:id="rId30"/>
      <p:boldItalic r:id="rId31"/>
    </p:embeddedFont>
    <p:embeddedFont>
      <p:font typeface="Roboto Mono" panose="00000009000000000000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861CE2-963B-4FDC-BF65-2B7F3A67FAEC}" v="28" dt="2026-09-29T19:51:16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enna Udo" userId="ddd83765-4e54-4889-aa83-e639b3479a62" providerId="ADAL" clId="{407C0324-0FED-4EA9-B6E2-C4CCCA89E037}"/>
    <pc:docChg chg="undo custSel modSld">
      <pc:chgData name="Kelenna Udo" userId="ddd83765-4e54-4889-aa83-e639b3479a62" providerId="ADAL" clId="{407C0324-0FED-4EA9-B6E2-C4CCCA89E037}" dt="2026-09-29T20:04:52.372" v="1228" actId="1076"/>
      <pc:docMkLst>
        <pc:docMk/>
      </pc:docMkLst>
      <pc:sldChg chg="modSp mod">
        <pc:chgData name="Kelenna Udo" userId="ddd83765-4e54-4889-aa83-e639b3479a62" providerId="ADAL" clId="{407C0324-0FED-4EA9-B6E2-C4CCCA89E037}" dt="2026-09-29T19:49:12.411" v="1180" actId="1076"/>
        <pc:sldMkLst>
          <pc:docMk/>
          <pc:sldMk cId="0" sldId="258"/>
        </pc:sldMkLst>
        <pc:picChg chg="mod">
          <ac:chgData name="Kelenna Udo" userId="ddd83765-4e54-4889-aa83-e639b3479a62" providerId="ADAL" clId="{407C0324-0FED-4EA9-B6E2-C4CCCA89E037}" dt="2026-09-29T19:49:12.411" v="1180" actId="1076"/>
          <ac:picMkLst>
            <pc:docMk/>
            <pc:sldMk cId="0" sldId="258"/>
            <ac:picMk id="131" creationId="{00000000-0000-0000-0000-000000000000}"/>
          </ac:picMkLst>
        </pc:picChg>
      </pc:sldChg>
      <pc:sldChg chg="addSp delSp modSp mod">
        <pc:chgData name="Kelenna Udo" userId="ddd83765-4e54-4889-aa83-e639b3479a62" providerId="ADAL" clId="{407C0324-0FED-4EA9-B6E2-C4CCCA89E037}" dt="2026-09-29T19:51:38.686" v="1214" actId="207"/>
        <pc:sldMkLst>
          <pc:docMk/>
          <pc:sldMk cId="0" sldId="260"/>
        </pc:sldMkLst>
        <pc:spChg chg="add mod">
          <ac:chgData name="Kelenna Udo" userId="ddd83765-4e54-4889-aa83-e639b3479a62" providerId="ADAL" clId="{407C0324-0FED-4EA9-B6E2-C4CCCA89E037}" dt="2026-09-29T19:51:38.686" v="1214" actId="207"/>
          <ac:spMkLst>
            <pc:docMk/>
            <pc:sldMk cId="0" sldId="260"/>
            <ac:spMk id="4" creationId="{45B64527-8F7B-EE07-7153-E11A005F4024}"/>
          </ac:spMkLst>
        </pc:spChg>
        <pc:spChg chg="del mod">
          <ac:chgData name="Kelenna Udo" userId="ddd83765-4e54-4889-aa83-e639b3479a62" providerId="ADAL" clId="{407C0324-0FED-4EA9-B6E2-C4CCCA89E037}" dt="2026-09-29T19:49:26.431" v="1185" actId="478"/>
          <ac:spMkLst>
            <pc:docMk/>
            <pc:sldMk cId="0" sldId="260"/>
            <ac:spMk id="190" creationId="{00000000-0000-0000-0000-000000000000}"/>
          </ac:spMkLst>
        </pc:spChg>
        <pc:picChg chg="add mod">
          <ac:chgData name="Kelenna Udo" userId="ddd83765-4e54-4889-aa83-e639b3479a62" providerId="ADAL" clId="{407C0324-0FED-4EA9-B6E2-C4CCCA89E037}" dt="2026-09-29T19:51:20.694" v="1212" actId="1076"/>
          <ac:picMkLst>
            <pc:docMk/>
            <pc:sldMk cId="0" sldId="260"/>
            <ac:picMk id="3" creationId="{A1E2E950-6763-86B1-C910-D713355EDBE0}"/>
          </ac:picMkLst>
        </pc:picChg>
        <pc:picChg chg="del">
          <ac:chgData name="Kelenna Udo" userId="ddd83765-4e54-4889-aa83-e639b3479a62" providerId="ADAL" clId="{407C0324-0FED-4EA9-B6E2-C4CCCA89E037}" dt="2026-09-29T19:49:19.165" v="1181" actId="478"/>
          <ac:picMkLst>
            <pc:docMk/>
            <pc:sldMk cId="0" sldId="260"/>
            <ac:picMk id="189" creationId="{00000000-0000-0000-0000-000000000000}"/>
          </ac:picMkLst>
        </pc:picChg>
      </pc:sldChg>
      <pc:sldChg chg="addSp delSp modSp mod modNotesTx">
        <pc:chgData name="Kelenna Udo" userId="ddd83765-4e54-4889-aa83-e639b3479a62" providerId="ADAL" clId="{407C0324-0FED-4EA9-B6E2-C4CCCA89E037}" dt="2026-09-29T18:38:35.841" v="494"/>
        <pc:sldMkLst>
          <pc:docMk/>
          <pc:sldMk cId="0" sldId="261"/>
        </pc:sldMkLst>
        <pc:spChg chg="add del mod">
          <ac:chgData name="Kelenna Udo" userId="ddd83765-4e54-4889-aa83-e639b3479a62" providerId="ADAL" clId="{407C0324-0FED-4EA9-B6E2-C4CCCA89E037}" dt="2026-09-29T18:38:35.841" v="494"/>
          <ac:spMkLst>
            <pc:docMk/>
            <pc:sldMk cId="0" sldId="261"/>
            <ac:spMk id="2" creationId="{2D8CDF73-D686-0C77-4E21-4469A660037F}"/>
          </ac:spMkLst>
        </pc:spChg>
        <pc:spChg chg="mod">
          <ac:chgData name="Kelenna Udo" userId="ddd83765-4e54-4889-aa83-e639b3479a62" providerId="ADAL" clId="{407C0324-0FED-4EA9-B6E2-C4CCCA89E037}" dt="2026-09-29T18:29:26.959" v="71" actId="1076"/>
          <ac:spMkLst>
            <pc:docMk/>
            <pc:sldMk cId="0" sldId="261"/>
            <ac:spMk id="202" creationId="{00000000-0000-0000-0000-000000000000}"/>
          </ac:spMkLst>
        </pc:spChg>
      </pc:sldChg>
      <pc:sldChg chg="modSp mod">
        <pc:chgData name="Kelenna Udo" userId="ddd83765-4e54-4889-aa83-e639b3479a62" providerId="ADAL" clId="{407C0324-0FED-4EA9-B6E2-C4CCCA89E037}" dt="2026-09-29T18:29:07.209" v="50" actId="20577"/>
        <pc:sldMkLst>
          <pc:docMk/>
          <pc:sldMk cId="0" sldId="262"/>
        </pc:sldMkLst>
        <pc:spChg chg="mod">
          <ac:chgData name="Kelenna Udo" userId="ddd83765-4e54-4889-aa83-e639b3479a62" providerId="ADAL" clId="{407C0324-0FED-4EA9-B6E2-C4CCCA89E037}" dt="2026-09-29T18:29:07.209" v="50" actId="20577"/>
          <ac:spMkLst>
            <pc:docMk/>
            <pc:sldMk cId="0" sldId="262"/>
            <ac:spMk id="218" creationId="{00000000-0000-0000-0000-000000000000}"/>
          </ac:spMkLst>
        </pc:spChg>
      </pc:sldChg>
      <pc:sldChg chg="modSp mod">
        <pc:chgData name="Kelenna Udo" userId="ddd83765-4e54-4889-aa83-e639b3479a62" providerId="ADAL" clId="{407C0324-0FED-4EA9-B6E2-C4CCCA89E037}" dt="2026-09-29T18:29:43.692" v="86" actId="20577"/>
        <pc:sldMkLst>
          <pc:docMk/>
          <pc:sldMk cId="0" sldId="263"/>
        </pc:sldMkLst>
        <pc:spChg chg="mod">
          <ac:chgData name="Kelenna Udo" userId="ddd83765-4e54-4889-aa83-e639b3479a62" providerId="ADAL" clId="{407C0324-0FED-4EA9-B6E2-C4CCCA89E037}" dt="2026-09-29T18:29:43.692" v="86" actId="20577"/>
          <ac:spMkLst>
            <pc:docMk/>
            <pc:sldMk cId="0" sldId="263"/>
            <ac:spMk id="234" creationId="{00000000-0000-0000-0000-000000000000}"/>
          </ac:spMkLst>
        </pc:spChg>
      </pc:sldChg>
      <pc:sldChg chg="modSp mod">
        <pc:chgData name="Kelenna Udo" userId="ddd83765-4e54-4889-aa83-e639b3479a62" providerId="ADAL" clId="{407C0324-0FED-4EA9-B6E2-C4CCCA89E037}" dt="2026-09-29T18:30:10.881" v="124" actId="1076"/>
        <pc:sldMkLst>
          <pc:docMk/>
          <pc:sldMk cId="0" sldId="264"/>
        </pc:sldMkLst>
        <pc:spChg chg="mod">
          <ac:chgData name="Kelenna Udo" userId="ddd83765-4e54-4889-aa83-e639b3479a62" providerId="ADAL" clId="{407C0324-0FED-4EA9-B6E2-C4CCCA89E037}" dt="2026-09-29T18:30:10.881" v="124" actId="1076"/>
          <ac:spMkLst>
            <pc:docMk/>
            <pc:sldMk cId="0" sldId="264"/>
            <ac:spMk id="250" creationId="{00000000-0000-0000-0000-000000000000}"/>
          </ac:spMkLst>
        </pc:spChg>
      </pc:sldChg>
      <pc:sldChg chg="modSp mod modNotesTx">
        <pc:chgData name="Kelenna Udo" userId="ddd83765-4e54-4889-aa83-e639b3479a62" providerId="ADAL" clId="{407C0324-0FED-4EA9-B6E2-C4CCCA89E037}" dt="2026-09-29T18:38:51.023" v="506" actId="20577"/>
        <pc:sldMkLst>
          <pc:docMk/>
          <pc:sldMk cId="0" sldId="265"/>
        </pc:sldMkLst>
        <pc:spChg chg="mod">
          <ac:chgData name="Kelenna Udo" userId="ddd83765-4e54-4889-aa83-e639b3479a62" providerId="ADAL" clId="{407C0324-0FED-4EA9-B6E2-C4CCCA89E037}" dt="2026-09-29T18:28:32.932" v="26" actId="20577"/>
          <ac:spMkLst>
            <pc:docMk/>
            <pc:sldMk cId="0" sldId="265"/>
            <ac:spMk id="266" creationId="{00000000-0000-0000-0000-000000000000}"/>
          </ac:spMkLst>
        </pc:spChg>
      </pc:sldChg>
      <pc:sldChg chg="modSp mod">
        <pc:chgData name="Kelenna Udo" userId="ddd83765-4e54-4889-aa83-e639b3479a62" providerId="ADAL" clId="{407C0324-0FED-4EA9-B6E2-C4CCCA89E037}" dt="2026-09-29T18:33:51.698" v="452" actId="20577"/>
        <pc:sldMkLst>
          <pc:docMk/>
          <pc:sldMk cId="0" sldId="266"/>
        </pc:sldMkLst>
        <pc:spChg chg="mod">
          <ac:chgData name="Kelenna Udo" userId="ddd83765-4e54-4889-aa83-e639b3479a62" providerId="ADAL" clId="{407C0324-0FED-4EA9-B6E2-C4CCCA89E037}" dt="2026-09-29T18:30:36.159" v="158" actId="1076"/>
          <ac:spMkLst>
            <pc:docMk/>
            <pc:sldMk cId="0" sldId="266"/>
            <ac:spMk id="282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8:33:51.698" v="452" actId="20577"/>
          <ac:spMkLst>
            <pc:docMk/>
            <pc:sldMk cId="0" sldId="266"/>
            <ac:spMk id="283" creationId="{00000000-0000-0000-0000-000000000000}"/>
          </ac:spMkLst>
        </pc:spChg>
      </pc:sldChg>
      <pc:sldChg chg="modSp mod modNotesTx">
        <pc:chgData name="Kelenna Udo" userId="ddd83765-4e54-4889-aa83-e639b3479a62" providerId="ADAL" clId="{407C0324-0FED-4EA9-B6E2-C4CCCA89E037}" dt="2026-09-29T18:39:50.825" v="508" actId="20577"/>
        <pc:sldMkLst>
          <pc:docMk/>
          <pc:sldMk cId="0" sldId="267"/>
        </pc:sldMkLst>
        <pc:spChg chg="mod">
          <ac:chgData name="Kelenna Udo" userId="ddd83765-4e54-4889-aa83-e639b3479a62" providerId="ADAL" clId="{407C0324-0FED-4EA9-B6E2-C4CCCA89E037}" dt="2026-09-29T18:32:03.427" v="275" actId="1076"/>
          <ac:spMkLst>
            <pc:docMk/>
            <pc:sldMk cId="0" sldId="267"/>
            <ac:spMk id="298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8:36:47.435" v="481" actId="20577"/>
          <ac:spMkLst>
            <pc:docMk/>
            <pc:sldMk cId="0" sldId="267"/>
            <ac:spMk id="299" creationId="{00000000-0000-0000-0000-000000000000}"/>
          </ac:spMkLst>
        </pc:spChg>
      </pc:sldChg>
      <pc:sldChg chg="modSp mod">
        <pc:chgData name="Kelenna Udo" userId="ddd83765-4e54-4889-aa83-e639b3479a62" providerId="ADAL" clId="{407C0324-0FED-4EA9-B6E2-C4CCCA89E037}" dt="2026-09-29T18:42:11.636" v="542" actId="404"/>
        <pc:sldMkLst>
          <pc:docMk/>
          <pc:sldMk cId="0" sldId="268"/>
        </pc:sldMkLst>
        <pc:spChg chg="mod">
          <ac:chgData name="Kelenna Udo" userId="ddd83765-4e54-4889-aa83-e639b3479a62" providerId="ADAL" clId="{407C0324-0FED-4EA9-B6E2-C4CCCA89E037}" dt="2026-09-29T18:42:11.636" v="542" actId="404"/>
          <ac:spMkLst>
            <pc:docMk/>
            <pc:sldMk cId="0" sldId="268"/>
            <ac:spMk id="313" creationId="{00000000-0000-0000-0000-000000000000}"/>
          </ac:spMkLst>
        </pc:spChg>
      </pc:sldChg>
      <pc:sldChg chg="modSp mod modNotesTx">
        <pc:chgData name="Kelenna Udo" userId="ddd83765-4e54-4889-aa83-e639b3479a62" providerId="ADAL" clId="{407C0324-0FED-4EA9-B6E2-C4CCCA89E037}" dt="2026-09-29T18:51:06.859" v="608" actId="20577"/>
        <pc:sldMkLst>
          <pc:docMk/>
          <pc:sldMk cId="0" sldId="269"/>
        </pc:sldMkLst>
        <pc:spChg chg="mod">
          <ac:chgData name="Kelenna Udo" userId="ddd83765-4e54-4889-aa83-e639b3479a62" providerId="ADAL" clId="{407C0324-0FED-4EA9-B6E2-C4CCCA89E037}" dt="2026-09-29T18:24:06.712" v="9" actId="1076"/>
          <ac:spMkLst>
            <pc:docMk/>
            <pc:sldMk cId="0" sldId="269"/>
            <ac:spMk id="333" creationId="{00000000-0000-0000-0000-000000000000}"/>
          </ac:spMkLst>
        </pc:spChg>
      </pc:sldChg>
      <pc:sldChg chg="modSp mod modNotesTx">
        <pc:chgData name="Kelenna Udo" userId="ddd83765-4e54-4889-aa83-e639b3479a62" providerId="ADAL" clId="{407C0324-0FED-4EA9-B6E2-C4CCCA89E037}" dt="2026-09-29T18:53:46.791" v="627" actId="20577"/>
        <pc:sldMkLst>
          <pc:docMk/>
          <pc:sldMk cId="0" sldId="270"/>
        </pc:sldMkLst>
        <pc:spChg chg="mod">
          <ac:chgData name="Kelenna Udo" userId="ddd83765-4e54-4889-aa83-e639b3479a62" providerId="ADAL" clId="{407C0324-0FED-4EA9-B6E2-C4CCCA89E037}" dt="2026-09-29T18:50:40.055" v="606" actId="20577"/>
          <ac:spMkLst>
            <pc:docMk/>
            <pc:sldMk cId="0" sldId="270"/>
            <ac:spMk id="348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8:52:30.864" v="609" actId="20577"/>
          <ac:spMkLst>
            <pc:docMk/>
            <pc:sldMk cId="0" sldId="270"/>
            <ac:spMk id="349" creationId="{00000000-0000-0000-0000-000000000000}"/>
          </ac:spMkLst>
        </pc:spChg>
      </pc:sldChg>
      <pc:sldChg chg="addSp modSp mod">
        <pc:chgData name="Kelenna Udo" userId="ddd83765-4e54-4889-aa83-e639b3479a62" providerId="ADAL" clId="{407C0324-0FED-4EA9-B6E2-C4CCCA89E037}" dt="2026-09-29T19:04:09.767" v="1007" actId="1076"/>
        <pc:sldMkLst>
          <pc:docMk/>
          <pc:sldMk cId="0" sldId="271"/>
        </pc:sldMkLst>
        <pc:spChg chg="add mod">
          <ac:chgData name="Kelenna Udo" userId="ddd83765-4e54-4889-aa83-e639b3479a62" providerId="ADAL" clId="{407C0324-0FED-4EA9-B6E2-C4CCCA89E037}" dt="2026-09-29T19:03:54.921" v="1006" actId="20577"/>
          <ac:spMkLst>
            <pc:docMk/>
            <pc:sldMk cId="0" sldId="271"/>
            <ac:spMk id="3" creationId="{75E2F9FF-088E-8B05-661F-CAFDBF36356F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0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1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2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3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4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5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6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4:09.767" v="1007" actId="1076"/>
          <ac:spMkLst>
            <pc:docMk/>
            <pc:sldMk cId="0" sldId="271"/>
            <ac:spMk id="377" creationId="{00000000-0000-0000-0000-000000000000}"/>
          </ac:spMkLst>
        </pc:spChg>
        <pc:grpChg chg="mod">
          <ac:chgData name="Kelenna Udo" userId="ddd83765-4e54-4889-aa83-e639b3479a62" providerId="ADAL" clId="{407C0324-0FED-4EA9-B6E2-C4CCCA89E037}" dt="2026-09-29T19:04:09.767" v="1007" actId="1076"/>
          <ac:grpSpMkLst>
            <pc:docMk/>
            <pc:sldMk cId="0" sldId="271"/>
            <ac:grpSpMk id="362" creationId="{00000000-0000-0000-0000-000000000000}"/>
          </ac:grpSpMkLst>
        </pc:grpChg>
        <pc:grpChg chg="mod">
          <ac:chgData name="Kelenna Udo" userId="ddd83765-4e54-4889-aa83-e639b3479a62" providerId="ADAL" clId="{407C0324-0FED-4EA9-B6E2-C4CCCA89E037}" dt="2026-09-29T19:04:09.767" v="1007" actId="1076"/>
          <ac:grpSpMkLst>
            <pc:docMk/>
            <pc:sldMk cId="0" sldId="271"/>
            <ac:grpSpMk id="365" creationId="{00000000-0000-0000-0000-000000000000}"/>
          </ac:grpSpMkLst>
        </pc:grpChg>
      </pc:sldChg>
      <pc:sldChg chg="modSp mod">
        <pc:chgData name="Kelenna Udo" userId="ddd83765-4e54-4889-aa83-e639b3479a62" providerId="ADAL" clId="{407C0324-0FED-4EA9-B6E2-C4CCCA89E037}" dt="2026-09-29T19:05:07.007" v="1045" actId="20577"/>
        <pc:sldMkLst>
          <pc:docMk/>
          <pc:sldMk cId="0" sldId="274"/>
        </pc:sldMkLst>
        <pc:spChg chg="mod">
          <ac:chgData name="Kelenna Udo" userId="ddd83765-4e54-4889-aa83-e639b3479a62" providerId="ADAL" clId="{407C0324-0FED-4EA9-B6E2-C4CCCA89E037}" dt="2026-09-29T19:04:39.497" v="1023" actId="20577"/>
          <ac:spMkLst>
            <pc:docMk/>
            <pc:sldMk cId="0" sldId="274"/>
            <ac:spMk id="430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5:07.007" v="1045" actId="20577"/>
          <ac:spMkLst>
            <pc:docMk/>
            <pc:sldMk cId="0" sldId="274"/>
            <ac:spMk id="431" creationId="{00000000-0000-0000-0000-000000000000}"/>
          </ac:spMkLst>
        </pc:spChg>
      </pc:sldChg>
      <pc:sldChg chg="modSp mod">
        <pc:chgData name="Kelenna Udo" userId="ddd83765-4e54-4889-aa83-e639b3479a62" providerId="ADAL" clId="{407C0324-0FED-4EA9-B6E2-C4CCCA89E037}" dt="2026-09-29T20:04:52.372" v="1228" actId="1076"/>
        <pc:sldMkLst>
          <pc:docMk/>
          <pc:sldMk cId="0" sldId="275"/>
        </pc:sldMkLst>
        <pc:spChg chg="mod">
          <ac:chgData name="Kelenna Udo" userId="ddd83765-4e54-4889-aa83-e639b3479a62" providerId="ADAL" clId="{407C0324-0FED-4EA9-B6E2-C4CCCA89E037}" dt="2026-09-29T20:04:52.372" v="1228" actId="1076"/>
          <ac:spMkLst>
            <pc:docMk/>
            <pc:sldMk cId="0" sldId="275"/>
            <ac:spMk id="466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09:45.987" v="1139" actId="20577"/>
          <ac:spMkLst>
            <pc:docMk/>
            <pc:sldMk cId="0" sldId="275"/>
            <ac:spMk id="467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11:01.238" v="1140" actId="1076"/>
          <ac:spMkLst>
            <pc:docMk/>
            <pc:sldMk cId="0" sldId="275"/>
            <ac:spMk id="470" creationId="{00000000-0000-0000-0000-000000000000}"/>
          </ac:spMkLst>
        </pc:spChg>
        <pc:spChg chg="mod">
          <ac:chgData name="Kelenna Udo" userId="ddd83765-4e54-4889-aa83-e639b3479a62" providerId="ADAL" clId="{407C0324-0FED-4EA9-B6E2-C4CCCA89E037}" dt="2026-09-29T19:11:05.529" v="1141" actId="20577"/>
          <ac:spMkLst>
            <pc:docMk/>
            <pc:sldMk cId="0" sldId="275"/>
            <ac:spMk id="471" creationId="{00000000-0000-0000-0000-000000000000}"/>
          </ac:spMkLst>
        </pc:spChg>
      </pc:sldChg>
      <pc:sldChg chg="delSp modSp mod">
        <pc:chgData name="Kelenna Udo" userId="ddd83765-4e54-4889-aa83-e639b3479a62" providerId="ADAL" clId="{407C0324-0FED-4EA9-B6E2-C4CCCA89E037}" dt="2026-09-29T19:53:53.048" v="1227" actId="6549"/>
        <pc:sldMkLst>
          <pc:docMk/>
          <pc:sldMk cId="0" sldId="276"/>
        </pc:sldMkLst>
        <pc:spChg chg="mod">
          <ac:chgData name="Kelenna Udo" userId="ddd83765-4e54-4889-aa83-e639b3479a62" providerId="ADAL" clId="{407C0324-0FED-4EA9-B6E2-C4CCCA89E037}" dt="2026-09-29T19:53:53.048" v="1227" actId="6549"/>
          <ac:spMkLst>
            <pc:docMk/>
            <pc:sldMk cId="0" sldId="276"/>
            <ac:spMk id="482" creationId="{00000000-0000-0000-0000-000000000000}"/>
          </ac:spMkLst>
        </pc:spChg>
        <pc:spChg chg="del mod">
          <ac:chgData name="Kelenna Udo" userId="ddd83765-4e54-4889-aa83-e639b3479a62" providerId="ADAL" clId="{407C0324-0FED-4EA9-B6E2-C4CCCA89E037}" dt="2026-09-29T19:52:12.143" v="1218" actId="478"/>
          <ac:spMkLst>
            <pc:docMk/>
            <pc:sldMk cId="0" sldId="276"/>
            <ac:spMk id="4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Sketch 01</a:t>
            </a:r>
            <a:endParaRPr dirty="0"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Sketch 02</a:t>
            </a:r>
            <a:endParaRPr dirty="0"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3" name="Google Shape;3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Sketch 05</a:t>
            </a:r>
            <a:endParaRPr dirty="0"/>
          </a:p>
        </p:txBody>
      </p:sp>
      <p:sp>
        <p:nvSpPr>
          <p:cNvPr id="339" name="Google Shape;3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" name="Google Shape;35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_toggl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3" name="Google Shape;383;p16_toggle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button_flow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button_flow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7" name="Google Shape;4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Sketch 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9" name="Google Shape;4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elennaUdo/Arduino-Sessi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LrHTHUjPuw&amp;t=64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zJ-LqeX_fLU&amp;t=1706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85" name="Google Shape;85;p13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3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3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8" name="Google Shape;88;p13"/>
          <p:cNvSpPr/>
          <p:nvPr/>
        </p:nvSpPr>
        <p:spPr>
          <a:xfrm>
            <a:off x="1028700" y="8770994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114789" y="4713216"/>
            <a:ext cx="12058423" cy="1694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ARDUINO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643414" y="3774790"/>
            <a:ext cx="7001172" cy="94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7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 1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629984" y="8646795"/>
            <a:ext cx="9028032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a responsive LED controller with the circuit and code together.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6787942" y="87231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99" name="Google Shape;99;p14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4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4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2" name="Google Shape;102;p14"/>
          <p:cNvSpPr/>
          <p:nvPr/>
        </p:nvSpPr>
        <p:spPr>
          <a:xfrm rot="10800000">
            <a:off x="12561086" y="-4036332"/>
            <a:ext cx="7394274" cy="7394274"/>
          </a:xfrm>
          <a:custGeom>
            <a:avLst/>
            <a:gdLst/>
            <a:ahLst/>
            <a:cxnLst/>
            <a:rect l="l" t="t" r="r" b="b"/>
            <a:pathLst>
              <a:path w="7394274" h="7394274" extrusionOk="0">
                <a:moveTo>
                  <a:pt x="0" y="0"/>
                </a:moveTo>
                <a:lnTo>
                  <a:pt x="7394274" y="0"/>
                </a:lnTo>
                <a:lnTo>
                  <a:pt x="7394274" y="7394274"/>
                </a:lnTo>
                <a:lnTo>
                  <a:pt x="0" y="73942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-4156279" y="7523558"/>
            <a:ext cx="7394274" cy="7394274"/>
          </a:xfrm>
          <a:custGeom>
            <a:avLst/>
            <a:gdLst/>
            <a:ahLst/>
            <a:cxnLst/>
            <a:rect l="l" t="t" r="r" b="b"/>
            <a:pathLst>
              <a:path w="7394274" h="7394274" extrusionOk="0">
                <a:moveTo>
                  <a:pt x="7394274" y="7394274"/>
                </a:moveTo>
                <a:lnTo>
                  <a:pt x="0" y="7394274"/>
                </a:lnTo>
                <a:lnTo>
                  <a:pt x="0" y="0"/>
                </a:lnTo>
                <a:lnTo>
                  <a:pt x="7394274" y="0"/>
                </a:lnTo>
                <a:lnTo>
                  <a:pt x="7394274" y="7394274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28700" y="3501172"/>
            <a:ext cx="6697632" cy="195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</a:t>
            </a:r>
            <a:b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NOTICED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28700" y="5745698"/>
            <a:ext cx="6967322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Most people wired the LEDs. The harder part was making the code respond to inputs reliably.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760343" y="227666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308815" y="8287899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9602510" y="7645715"/>
            <a:ext cx="7041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Today: one circuit, one growing sketch, one new problem at a time.</a:t>
            </a:r>
            <a:endParaRPr/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9275" y="1912625"/>
            <a:ext cx="9327450" cy="52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5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116" name="Google Shape;116;p15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15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15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" name="Google Shape;119;p15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677186" y="3134600"/>
            <a:ext cx="5582114" cy="195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</a:t>
            </a:r>
            <a:b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677186" y="5379125"/>
            <a:ext cx="5582114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workshop uses a Mega. Tinkercad uses an Uno, so only the pin numbers change.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73189" y="8332470"/>
            <a:ext cx="4141621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Mega D2 to GND; internal pull-up.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073189" y="7658546"/>
            <a:ext cx="4141621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 i="0" u="none" strike="noStrike" cap="none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One button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28700" y="8332470"/>
            <a:ext cx="4141621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Mega D22–D29, one resistor per LED.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28700" y="7658546"/>
            <a:ext cx="4141621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 i="0" u="none" strike="noStrike" cap="none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Eight LEDs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3117679" y="8332470"/>
            <a:ext cx="4141621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 V, GND and the A0 wiper.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3117679" y="7658546"/>
            <a:ext cx="4141621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 i="0" u="none" strike="noStrike" cap="none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One pot</a:t>
            </a:r>
            <a:endParaRPr/>
          </a:p>
        </p:txBody>
      </p:sp>
      <p:cxnSp>
        <p:nvCxnSpPr>
          <p:cNvPr id="128" name="Google Shape;128;p15"/>
          <p:cNvCxnSpPr/>
          <p:nvPr/>
        </p:nvCxnSpPr>
        <p:spPr>
          <a:xfrm rot="10800000">
            <a:off x="6121755" y="7715696"/>
            <a:ext cx="0" cy="1542604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5"/>
          <p:cNvCxnSpPr/>
          <p:nvPr/>
        </p:nvCxnSpPr>
        <p:spPr>
          <a:xfrm rot="10800000">
            <a:off x="12166245" y="7715696"/>
            <a:ext cx="0" cy="1542604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15"/>
          <p:cNvSpPr/>
          <p:nvPr/>
        </p:nvSpPr>
        <p:spPr>
          <a:xfrm>
            <a:off x="14717131" y="1028700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descr="mega_pinou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" y="2542032"/>
            <a:ext cx="6335434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188720" y="7022592"/>
            <a:ext cx="9464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9E0EF"/>
                </a:solidFill>
                <a:latin typeface="Open Sans"/>
                <a:ea typeface="Open Sans"/>
                <a:cs typeface="Open Sans"/>
                <a:sym typeface="Open Sans"/>
              </a:rPr>
              <a:t>Arduino Mega 2560 Rev3 pinout, Arduino (CC BY-SA 4.0).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6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138" name="Google Shape;138;p16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" name="Google Shape;139;p16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16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1" name="Google Shape;141;p16"/>
          <p:cNvSpPr/>
          <p:nvPr/>
        </p:nvSpPr>
        <p:spPr>
          <a:xfrm>
            <a:off x="13201650" y="1056163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28700" y="2406015"/>
            <a:ext cx="7465894" cy="195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br>
              <a:rPr lang="en-US" sz="4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42415" y="4709160"/>
            <a:ext cx="5257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Follow the wires before reading the code. The Tinkercad build uses an Uno; the workshop sketches use a Mega.</a:t>
            </a:r>
            <a:endParaRPr/>
          </a:p>
        </p:txBody>
      </p:sp>
      <p:pic>
        <p:nvPicPr>
          <p:cNvPr id="145" name="Google Shape;145;p16" descr="tinkercad_circui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720" y="1445530"/>
            <a:ext cx="10744200" cy="745994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903720" y="9098280"/>
            <a:ext cx="10744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9E0EF"/>
                </a:solidFill>
                <a:latin typeface="Open Sans"/>
                <a:ea typeface="Open Sans"/>
                <a:cs typeface="Open Sans"/>
                <a:sym typeface="Open Sans"/>
              </a:rPr>
              <a:t>Workshop Tinkercad circuit, supplied by Kelenna.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42415" y="6464808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UNO PIN MAP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42415" y="6949440"/>
            <a:ext cx="5257800" cy="187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D9–D2: eight LEDs, one resistor each</a:t>
            </a:r>
            <a:br>
              <a:rPr lang="en-US" sz="2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D10: button to GND</a:t>
            </a:r>
            <a:br>
              <a:rPr lang="en-US" sz="2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A0: potentiometer wiper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42415" y="9290304"/>
            <a:ext cx="16276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9E0EF"/>
                </a:solidFill>
                <a:latin typeface="Open Sans"/>
                <a:ea typeface="Open Sans"/>
                <a:cs typeface="Open Sans"/>
                <a:sym typeface="Open Sans"/>
              </a:rPr>
              <a:t>Mega sketch: D22–D29 LEDs · D2 button · A0 pot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7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155" name="Google Shape;155;p17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6" name="Google Shape;156;p17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7" name="Google Shape;157;p17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58" name="Google Shape;158;p17"/>
          <p:cNvCxnSpPr/>
          <p:nvPr/>
        </p:nvCxnSpPr>
        <p:spPr>
          <a:xfrm>
            <a:off x="11277050" y="7725876"/>
            <a:ext cx="598225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11277050" y="5889308"/>
            <a:ext cx="598225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11277050" y="4052739"/>
            <a:ext cx="598225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61" name="Google Shape;161;p17"/>
          <p:cNvGrpSpPr/>
          <p:nvPr/>
        </p:nvGrpSpPr>
        <p:grpSpPr>
          <a:xfrm>
            <a:off x="9580333" y="2303323"/>
            <a:ext cx="1228279" cy="1445271"/>
            <a:chOff x="0" y="-57150"/>
            <a:chExt cx="323497" cy="380647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7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28700" y="2406015"/>
            <a:ext cx="5582114" cy="195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KEEP PINS 0</a:t>
            </a:r>
            <a:br>
              <a:rPr lang="en-US" sz="4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1 FREE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28700" y="4650540"/>
            <a:ext cx="6382387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D0/RX0 and D1/TX0 carry USB Serial. Using them for LEDs or buttons can confuse uploads and the Serial Monitor.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1277050" y="3137089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Mega: D22–D29 LEDs, D2 button, A0 pot.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1277050" y="2463165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 the planned pins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1277050" y="4973658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Released reads HIGH; pressed reads LOW.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1277050" y="4299734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INPUT_PULLUP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277050" y="6810226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Check polarity, series resistor and common GND.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1277050" y="6136302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LED current path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277050" y="8646795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Rails may be split. Check continuity before debugging code.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1277050" y="7972871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Breadboard rails</a:t>
            </a:r>
            <a:endParaRPr/>
          </a:p>
        </p:txBody>
      </p:sp>
      <p:grpSp>
        <p:nvGrpSpPr>
          <p:cNvPr id="175" name="Google Shape;175;p17"/>
          <p:cNvGrpSpPr/>
          <p:nvPr/>
        </p:nvGrpSpPr>
        <p:grpSpPr>
          <a:xfrm>
            <a:off x="9580333" y="4139892"/>
            <a:ext cx="1228279" cy="1445271"/>
            <a:chOff x="0" y="-57150"/>
            <a:chExt cx="323497" cy="380647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9580333" y="5976460"/>
            <a:ext cx="1228279" cy="1445271"/>
            <a:chOff x="0" y="-57150"/>
            <a:chExt cx="323497" cy="380647"/>
          </a:xfrm>
        </p:grpSpPr>
        <p:sp>
          <p:nvSpPr>
            <p:cNvPr id="179" name="Google Shape;179;p17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7"/>
          <p:cNvGrpSpPr/>
          <p:nvPr/>
        </p:nvGrpSpPr>
        <p:grpSpPr>
          <a:xfrm>
            <a:off x="9580333" y="7813029"/>
            <a:ext cx="1228279" cy="1445271"/>
            <a:chOff x="0" y="-57150"/>
            <a:chExt cx="323497" cy="380647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7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 txBox="1"/>
          <p:nvPr/>
        </p:nvSpPr>
        <p:spPr>
          <a:xfrm>
            <a:off x="9788231" y="2889997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788231" y="4726565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788231" y="6563134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788231" y="8399703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04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7760343" y="227666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2E950-6763-86B1-C910-D713355ED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887" y="5745721"/>
            <a:ext cx="3794023" cy="3779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B64527-8F7B-EE07-7153-E11A005F4024}"/>
              </a:ext>
            </a:extLst>
          </p:cNvPr>
          <p:cNvSpPr txBox="1"/>
          <p:nvPr/>
        </p:nvSpPr>
        <p:spPr>
          <a:xfrm>
            <a:off x="398206" y="9642629"/>
            <a:ext cx="6854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</a:rPr>
              <a:t>Code link: </a:t>
            </a:r>
            <a:r>
              <a:rPr lang="en-CA" sz="2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https://github.com/KelennaUdo/Arduino-Session</a:t>
            </a:r>
            <a:endParaRPr lang="en-CA" sz="2000" dirty="0">
              <a:solidFill>
                <a:schemeClr val="bg1"/>
              </a:solidFill>
            </a:endParaRPr>
          </a:p>
          <a:p>
            <a:endParaRPr lang="en-C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8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196" name="Google Shape;196;p18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18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18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9" name="Google Shape;199;p18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028700" y="2833961"/>
            <a:ext cx="5926966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SKETCH STRUCTURE</a:t>
            </a:r>
            <a:endParaRPr dirty="0"/>
          </a:p>
        </p:txBody>
      </p:sp>
      <p:sp>
        <p:nvSpPr>
          <p:cNvPr id="203" name="Google Shape;203;p18"/>
          <p:cNvSpPr txBox="1"/>
          <p:nvPr/>
        </p:nvSpPr>
        <p:spPr>
          <a:xfrm>
            <a:off x="1028700" y="5745698"/>
            <a:ext cx="5926966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setup() runs once. loop() repeats while the board is powered.</a:t>
            </a:r>
            <a:endParaRPr dirty="0"/>
          </a:p>
        </p:txBody>
      </p:sp>
      <p:sp>
        <p:nvSpPr>
          <p:cNvPr id="204" name="Google Shape;204;p18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SKETCH STRUCTURE</a:t>
            </a:r>
            <a:endParaRPr dirty="0"/>
          </a:p>
        </p:txBody>
      </p:sp>
      <p:sp>
        <p:nvSpPr>
          <p:cNvPr id="206" name="Google Shape;206;p18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void setup() {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Serial.begin(9600);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// Configure pins here.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void loop() {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// Read, decide and update.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9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212" name="Google Shape;212;p19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19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19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5" name="Google Shape;215;p19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98633" y="3572761"/>
            <a:ext cx="5926966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</a:rPr>
              <a:t>SETTING PINS</a:t>
            </a:r>
            <a:endParaRPr dirty="0"/>
          </a:p>
        </p:txBody>
      </p:sp>
      <p:sp>
        <p:nvSpPr>
          <p:cNvPr id="219" name="Google Shape;219;p19"/>
          <p:cNvSpPr txBox="1"/>
          <p:nvPr/>
        </p:nvSpPr>
        <p:spPr>
          <a:xfrm>
            <a:off x="1028700" y="5745698"/>
            <a:ext cx="5926966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pinMode() tells a digital pin whether to receive or drive a signal.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SETUP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pinMode(buttonPin, INPUT_PULLUP);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for (int i = 0; i &lt; ledCount; i++) {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pinMode(ledPins[i], OUTPUT);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0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228" name="Google Shape;228;p20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9" name="Google Shape;229;p20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0" name="Google Shape;230;p20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1" name="Google Shape;231;p20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59254" y="2953512"/>
            <a:ext cx="5926966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INPUT</a:t>
            </a:r>
            <a:endParaRPr dirty="0"/>
          </a:p>
        </p:txBody>
      </p:sp>
      <p:sp>
        <p:nvSpPr>
          <p:cNvPr id="235" name="Google Shape;235;p20"/>
          <p:cNvSpPr txBox="1"/>
          <p:nvPr/>
        </p:nvSpPr>
        <p:spPr>
          <a:xfrm>
            <a:off x="1028700" y="5745698"/>
            <a:ext cx="5926966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With INPUT_PULLUP, released is HIGH (1) and pressed is LOW (0). Check both in Serial Monitor.</a:t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DIGITAL INPUT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bool buttonState = digitalRead(buttonPin);</a:t>
            </a:r>
            <a:endParaRPr sz="2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Serial.print("button = ");</a:t>
            </a:r>
            <a:endParaRPr sz="2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Serial.println(buttonState);</a:t>
            </a:r>
            <a:endParaRPr sz="2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1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244" name="Google Shape;244;p21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21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21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7" name="Google Shape;247;p21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48815" y="2428911"/>
            <a:ext cx="6782327" cy="27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ANALOG INPUT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</a:rPr>
              <a:t>(POTENTIOMETER)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21"/>
          <p:cNvSpPr txBox="1"/>
          <p:nvPr/>
        </p:nvSpPr>
        <p:spPr>
          <a:xfrm>
            <a:off x="1028700" y="5745698"/>
            <a:ext cx="5926966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Analog input converts the wiper voltage into a value from 0 to 1023.</a:t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ANALOG INPUT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 potValue = analogRead(potPin);</a:t>
            </a:r>
            <a:br>
              <a:rPr lang="en-US" sz="26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6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Serial.println(potValue);</a:t>
            </a:r>
            <a:br>
              <a:rPr lang="en-US" sz="26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6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6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// Turn the knob. What changes?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2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260" name="Google Shape;260;p22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22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2" name="Google Shape;262;p22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63" name="Google Shape;263;p22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1028700" y="3501172"/>
            <a:ext cx="5926966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ARRAYS</a:t>
            </a:r>
            <a:b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267" name="Google Shape;267;p22"/>
          <p:cNvSpPr txBox="1"/>
          <p:nvPr/>
        </p:nvSpPr>
        <p:spPr>
          <a:xfrm>
            <a:off x="1028700" y="5745698"/>
            <a:ext cx="5926966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array groups the LED pins; currentLed selects an index from 0 to 7. Sketch 02 calculates ledCount from the array; later sketches set it to 8.</a:t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VARIABLE + ARRAY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const int ledPins[] = {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22, 23, 24, 25, 26, 27, 28, 29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const int ledCount = 8;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 currentLed = 0;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3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276" name="Google Shape;276;p23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23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23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9" name="Google Shape;279;p23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028700" y="2953512"/>
            <a:ext cx="5926966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FUNCTIONS AND FOR LOOPS</a:t>
            </a:r>
            <a:endParaRPr dirty="0"/>
          </a:p>
        </p:txBody>
      </p:sp>
      <p:sp>
        <p:nvSpPr>
          <p:cNvPr id="283" name="Google Shape;283;p23"/>
          <p:cNvSpPr txBox="1"/>
          <p:nvPr/>
        </p:nvSpPr>
        <p:spPr>
          <a:xfrm>
            <a:off x="1028700" y="5745698"/>
            <a:ext cx="5926966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function is a self-contained, reusable block of code designed to perform a specific task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function: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Sets every LED LOW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Then sets only the current LED HIGH</a:t>
            </a:r>
            <a:endParaRPr dirty="0"/>
          </a:p>
        </p:txBody>
      </p:sp>
      <p:sp>
        <p:nvSpPr>
          <p:cNvPr id="284" name="Google Shape;284;p23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FUNCTION + FOR LOOP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showLed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24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for (int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0;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&lt;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ledCount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++) {</a:t>
            </a:r>
            <a:endParaRPr sz="24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digitalWrite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ledPins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], LOW);</a:t>
            </a:r>
            <a:endParaRPr sz="24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24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digitalWrite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ledPins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4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], HIGH);</a:t>
            </a:r>
            <a:endParaRPr sz="24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4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4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292" name="Google Shape;292;p24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24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4" name="Google Shape;294;p24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95" name="Google Shape;295;p24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1028700" y="3264408"/>
            <a:ext cx="5926966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</a:rPr>
              <a:t>ANOTHER FUNCTION</a:t>
            </a:r>
            <a:endParaRPr dirty="0"/>
          </a:p>
        </p:txBody>
      </p:sp>
      <p:sp>
        <p:nvSpPr>
          <p:cNvPr id="299" name="Google Shape;299;p24"/>
          <p:cNvSpPr txBox="1"/>
          <p:nvPr/>
        </p:nvSpPr>
        <p:spPr>
          <a:xfrm>
            <a:off x="1028700" y="5745698"/>
            <a:ext cx="5926966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Increment the current LED index to the next LED. After index 7, start again at 0.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Note </a:t>
            </a:r>
            <a:r>
              <a:rPr lang="en-US" sz="1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ledCount</a:t>
            </a: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= 8</a:t>
            </a:r>
            <a:endParaRPr dirty="0"/>
          </a:p>
        </p:txBody>
      </p:sp>
      <p:sp>
        <p:nvSpPr>
          <p:cNvPr id="300" name="Google Shape;300;p24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FORWARD SEQUENCE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 sz="2300" b="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advanceLed</a:t>
            </a: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300" b="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++;</a:t>
            </a: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if (</a:t>
            </a:r>
            <a:r>
              <a:rPr lang="en-US" sz="2300" b="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&gt;= </a:t>
            </a:r>
            <a:r>
              <a:rPr lang="en-US" sz="2300" b="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ledCount</a:t>
            </a: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300" b="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0;</a:t>
            </a: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2300" b="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showLed</a:t>
            </a: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b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300" b="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5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308" name="Google Shape;308;p25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25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p25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1" name="Google Shape;311;p25"/>
          <p:cNvSpPr/>
          <p:nvPr/>
        </p:nvSpPr>
        <p:spPr>
          <a:xfrm>
            <a:off x="13736022" y="859529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028699" y="7305040"/>
            <a:ext cx="6271753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IT MOVE</a:t>
            </a:r>
            <a:r>
              <a:rPr lang="en-US" sz="5600" b="1" dirty="0">
                <a:solidFill>
                  <a:srgbClr val="FFFFFF"/>
                </a:solidFill>
              </a:rPr>
              <a:t> 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FFFFFF"/>
                </a:solidFill>
              </a:rPr>
              <a:t>with delay()</a:t>
            </a:r>
            <a:endParaRPr sz="1000" dirty="0"/>
          </a:p>
        </p:txBody>
      </p:sp>
      <p:sp>
        <p:nvSpPr>
          <p:cNvPr id="314" name="Google Shape;314;p25"/>
          <p:cNvSpPr txBox="1"/>
          <p:nvPr/>
        </p:nvSpPr>
        <p:spPr>
          <a:xfrm>
            <a:off x="8253741" y="7704455"/>
            <a:ext cx="8410585" cy="1240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LED moves, but a short button press may be missed while delay(500) blocks loop().</a:t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1051560" y="2514600"/>
            <a:ext cx="7955279" cy="420624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371600" y="2715768"/>
            <a:ext cx="7315199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BLOCKING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1371600" y="3218688"/>
            <a:ext cx="7315199" cy="322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delay(500);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advanceLed();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9326880" y="2514600"/>
            <a:ext cx="7909560" cy="420624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9646919" y="2715768"/>
            <a:ext cx="7269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OBSERVE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9646919" y="3218688"/>
            <a:ext cx="7269480" cy="322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// Tap the button briefly.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// Was it seen?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26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26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9" name="Google Shape;329;p26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028700" y="3501172"/>
            <a:ext cx="5926966" cy="195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 TIME</a:t>
            </a:r>
            <a:br>
              <a:rPr lang="en-US" sz="5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5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millis()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028700" y="6098834"/>
            <a:ext cx="5926966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loop keeps reading inputs. The LED advances only after enough time has elapsed.</a:t>
            </a:r>
            <a:endParaRPr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NO DELAY()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unsigned long now = millis();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if (now - previousStep &gt;= interval) {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previousStep = now;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advanceLed();</a:t>
            </a:r>
            <a:b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4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7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342" name="Google Shape;342;p27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27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27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5" name="Google Shape;345;p27"/>
          <p:cNvSpPr/>
          <p:nvPr/>
        </p:nvSpPr>
        <p:spPr>
          <a:xfrm>
            <a:off x="4739119" y="7669066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6825599" y="182598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9" y="0"/>
                </a:lnTo>
                <a:lnTo>
                  <a:pt x="471359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1028699" y="3501172"/>
            <a:ext cx="6846939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POTENTIOMETER SETS THE SPEED</a:t>
            </a:r>
            <a:endParaRPr dirty="0"/>
          </a:p>
        </p:txBody>
      </p:sp>
      <p:sp>
        <p:nvSpPr>
          <p:cNvPr id="349" name="Google Shape;349;p27"/>
          <p:cNvSpPr txBox="1"/>
          <p:nvPr/>
        </p:nvSpPr>
        <p:spPr>
          <a:xfrm>
            <a:off x="1028699" y="6392077"/>
            <a:ext cx="59269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higher reading gives a shorter interval. </a:t>
            </a:r>
            <a:endParaRPr dirty="0"/>
          </a:p>
        </p:txBody>
      </p:sp>
      <p:sp>
        <p:nvSpPr>
          <p:cNvPr id="350" name="Google Shape;350;p27"/>
          <p:cNvSpPr/>
          <p:nvPr/>
        </p:nvSpPr>
        <p:spPr>
          <a:xfrm>
            <a:off x="7680960" y="2560320"/>
            <a:ext cx="9509760" cy="612648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8001000" y="276148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ADC VALUE TO MILLISECONDS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8001000" y="3264408"/>
            <a:ext cx="8869680" cy="51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 potValue = analogRead(potPin);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interval = map(potValue,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0, 1023,</a:t>
            </a:r>
            <a:b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5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1000, 100);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28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358" name="Google Shape;358;p28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9" name="Google Shape;359;p28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0" name="Google Shape;360;p28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61" name="Google Shape;361;p28"/>
          <p:cNvCxnSpPr/>
          <p:nvPr/>
        </p:nvCxnSpPr>
        <p:spPr>
          <a:xfrm>
            <a:off x="10351280" y="6877822"/>
            <a:ext cx="7202988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2" name="Google Shape;362;p28"/>
          <p:cNvGrpSpPr/>
          <p:nvPr/>
        </p:nvGrpSpPr>
        <p:grpSpPr>
          <a:xfrm>
            <a:off x="10351280" y="5128406"/>
            <a:ext cx="1228279" cy="1445271"/>
            <a:chOff x="0" y="-57150"/>
            <a:chExt cx="323497" cy="380647"/>
          </a:xfrm>
        </p:grpSpPr>
        <p:sp>
          <p:nvSpPr>
            <p:cNvPr id="363" name="Google Shape;363;p28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28"/>
          <p:cNvGrpSpPr/>
          <p:nvPr/>
        </p:nvGrpSpPr>
        <p:grpSpPr>
          <a:xfrm>
            <a:off x="10351280" y="6964975"/>
            <a:ext cx="1228279" cy="1445271"/>
            <a:chOff x="0" y="-57150"/>
            <a:chExt cx="323497" cy="380647"/>
          </a:xfrm>
        </p:grpSpPr>
        <p:sp>
          <p:nvSpPr>
            <p:cNvPr id="366" name="Google Shape;366;p28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8"/>
          <p:cNvSpPr/>
          <p:nvPr/>
        </p:nvSpPr>
        <p:spPr>
          <a:xfrm>
            <a:off x="13186448" y="1164258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370" name="Google Shape;370;p28"/>
          <p:cNvSpPr txBox="1"/>
          <p:nvPr/>
        </p:nvSpPr>
        <p:spPr>
          <a:xfrm>
            <a:off x="10351280" y="1557961"/>
            <a:ext cx="7202988" cy="195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</a:rPr>
              <a:t>DEBOUNCE</a:t>
            </a:r>
            <a:endParaRPr sz="5600" b="1" dirty="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FFFFFF"/>
                </a:solidFill>
              </a:rPr>
              <a:t>THE BUTTON</a:t>
            </a:r>
            <a:endParaRPr sz="5600" b="1" dirty="0">
              <a:solidFill>
                <a:srgbClr val="FFFFFF"/>
              </a:solidFill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10351280" y="3802486"/>
            <a:ext cx="7202988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button can briefly flicker between HIGH and LOW. Accept its new value after it stays steady for 30 </a:t>
            </a:r>
            <a:r>
              <a:rPr lang="en-US" sz="1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ms.</a:t>
            </a:r>
            <a:endParaRPr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12047997" y="5962172"/>
            <a:ext cx="5506271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new reading that’s different than the previous restarts a 30-ms timer.</a:t>
            </a:r>
            <a:endParaRPr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12047997" y="5288248"/>
            <a:ext cx="5506271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"/>
                <a:ea typeface="Open Sans"/>
                <a:cs typeface="Open Sans"/>
                <a:sym typeface="Open Sans"/>
              </a:rPr>
              <a:t>Restart timer</a:t>
            </a:r>
            <a:endParaRPr sz="2501" b="1">
              <a:solidFill>
                <a:srgbClr val="FF27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12047997" y="7798741"/>
            <a:ext cx="5506271" cy="1445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Update </a:t>
            </a:r>
            <a:r>
              <a:rPr lang="en-US" sz="1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stableButton</a:t>
            </a: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with the new value if they are different, and if the 30 </a:t>
            </a:r>
            <a:r>
              <a:rPr lang="en-US" sz="1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ms</a:t>
            </a: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timer passes (meaning the new reading was the same), then </a:t>
            </a:r>
          </a:p>
          <a:p>
            <a:pPr lvl="0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the thing.</a:t>
            </a:r>
            <a:endParaRPr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12047997" y="7124817"/>
            <a:ext cx="5506271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"/>
                <a:ea typeface="Open Sans"/>
                <a:cs typeface="Open Sans"/>
                <a:sym typeface="Open Sans"/>
              </a:rPr>
              <a:t>Accept change</a:t>
            </a:r>
            <a:endParaRPr sz="2501" b="1">
              <a:solidFill>
                <a:srgbClr val="FF27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10559177" y="5715080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10559177" y="7551649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1051560" y="2514600"/>
            <a:ext cx="8229600" cy="3749039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1371600" y="2715768"/>
            <a:ext cx="7589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STABLE CHANGE</a:t>
            </a:r>
            <a:endParaRPr sz="1500" b="1">
              <a:solidFill>
                <a:srgbClr val="FF2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1371600" y="3218688"/>
            <a:ext cx="7589520" cy="277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if (reading !=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lastReading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buttonChangedAt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now;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if (now -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buttonChangedAt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&gt;= 30 &amp;&amp;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reading !=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stableButton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stableButton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reading;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lastReading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reading;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" name="Google Shape;374;p28">
            <a:extLst>
              <a:ext uri="{FF2B5EF4-FFF2-40B4-BE49-F238E27FC236}">
                <a16:creationId xmlns:a16="http://schemas.microsoft.com/office/drawing/2014/main" id="{75E2F9FF-088E-8B05-661F-CAFDBF36356F}"/>
              </a:ext>
            </a:extLst>
          </p:cNvPr>
          <p:cNvSpPr txBox="1"/>
          <p:nvPr/>
        </p:nvSpPr>
        <p:spPr>
          <a:xfrm>
            <a:off x="1371600" y="6699095"/>
            <a:ext cx="5506271" cy="1445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40000"/>
              </a:lnSpc>
            </a:pPr>
            <a:r>
              <a:rPr lang="en-US" sz="1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stableButton</a:t>
            </a: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is a variable.</a:t>
            </a:r>
          </a:p>
          <a:p>
            <a:pPr lvl="0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will store only the button’s stable value. </a:t>
            </a:r>
            <a:endParaRPr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29"/>
          <p:cNvGrpSpPr/>
          <p:nvPr/>
        </p:nvGrpSpPr>
        <p:grpSpPr>
          <a:xfrm>
            <a:off x="16901637" y="1042988"/>
            <a:ext cx="357750" cy="242542"/>
            <a:chOff x="0" y="19050"/>
            <a:chExt cx="477000" cy="323389"/>
          </a:xfrm>
        </p:grpSpPr>
        <p:cxnSp>
          <p:nvCxnSpPr>
            <p:cNvPr id="386" name="Google Shape;386;p29"/>
            <p:cNvCxnSpPr/>
            <p:nvPr/>
          </p:nvCxnSpPr>
          <p:spPr>
            <a:xfrm>
              <a:off x="0" y="19050"/>
              <a:ext cx="477000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7" name="Google Shape;387;p29"/>
            <p:cNvCxnSpPr/>
            <p:nvPr/>
          </p:nvCxnSpPr>
          <p:spPr>
            <a:xfrm>
              <a:off x="0" y="180744"/>
              <a:ext cx="477000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29"/>
            <p:cNvCxnSpPr/>
            <p:nvPr/>
          </p:nvCxnSpPr>
          <p:spPr>
            <a:xfrm>
              <a:off x="0" y="342439"/>
              <a:ext cx="477000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89" name="Google Shape;389;p29"/>
          <p:cNvCxnSpPr/>
          <p:nvPr/>
        </p:nvCxnSpPr>
        <p:spPr>
          <a:xfrm>
            <a:off x="10056312" y="7725876"/>
            <a:ext cx="72030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0" name="Google Shape;390;p29"/>
          <p:cNvGrpSpPr/>
          <p:nvPr/>
        </p:nvGrpSpPr>
        <p:grpSpPr>
          <a:xfrm>
            <a:off x="10056312" y="5976459"/>
            <a:ext cx="1228286" cy="1445480"/>
            <a:chOff x="0" y="-57150"/>
            <a:chExt cx="323497" cy="380700"/>
          </a:xfrm>
        </p:grpSpPr>
        <p:sp>
          <p:nvSpPr>
            <p:cNvPr id="391" name="Google Shape;391;p29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9"/>
            <p:cNvSpPr txBox="1"/>
            <p:nvPr/>
          </p:nvSpPr>
          <p:spPr>
            <a:xfrm>
              <a:off x="0" y="-57150"/>
              <a:ext cx="3234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29"/>
          <p:cNvGrpSpPr/>
          <p:nvPr/>
        </p:nvGrpSpPr>
        <p:grpSpPr>
          <a:xfrm>
            <a:off x="10056312" y="7813028"/>
            <a:ext cx="1228286" cy="1445480"/>
            <a:chOff x="0" y="-57150"/>
            <a:chExt cx="323497" cy="380700"/>
          </a:xfrm>
        </p:grpSpPr>
        <p:sp>
          <p:nvSpPr>
            <p:cNvPr id="394" name="Google Shape;394;p29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9"/>
            <p:cNvSpPr txBox="1"/>
            <p:nvPr/>
          </p:nvSpPr>
          <p:spPr>
            <a:xfrm>
              <a:off x="0" y="-57150"/>
              <a:ext cx="323400" cy="38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29"/>
          <p:cNvSpPr/>
          <p:nvPr/>
        </p:nvSpPr>
        <p:spPr>
          <a:xfrm>
            <a:off x="13186448" y="1164258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028700" y="990600"/>
            <a:ext cx="2692500" cy="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10056312" y="2406015"/>
            <a:ext cx="7203000" cy="19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FFFFFF"/>
                </a:solidFill>
              </a:rPr>
              <a:t>TOGGLE</a:t>
            </a:r>
            <a:endParaRPr sz="5600" b="1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>
                <a:solidFill>
                  <a:srgbClr val="FFFFFF"/>
                </a:solidFill>
              </a:rPr>
              <a:t>RUN / PAUSE</a:t>
            </a:r>
            <a:endParaRPr sz="5600" b="1">
              <a:solidFill>
                <a:srgbClr val="FFFFFF"/>
              </a:solidFill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10056312" y="4650540"/>
            <a:ext cx="7203000" cy="9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Only a settled LOW is a press. A settled HIGH records the release without toggling again.</a:t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11753029" y="6810226"/>
            <a:ext cx="55062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! operator flips a bool: RUN becomes PAUSE, and PAUSE becomes RUN.</a:t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11753029" y="6136302"/>
            <a:ext cx="55062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"/>
                <a:ea typeface="Open Sans"/>
                <a:cs typeface="Open Sans"/>
                <a:sym typeface="Open Sans"/>
              </a:rPr>
              <a:t>Press event</a:t>
            </a:r>
            <a:endParaRPr sz="2501" b="1">
              <a:solidFill>
                <a:srgbClr val="FF27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11753029" y="8646795"/>
            <a:ext cx="5506200" cy="6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When resuming, start a full LED interval from now.</a:t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11753029" y="7972871"/>
            <a:ext cx="55062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"/>
                <a:ea typeface="Open Sans"/>
                <a:cs typeface="Open Sans"/>
                <a:sym typeface="Open Sans"/>
              </a:rPr>
              <a:t>Resume timing</a:t>
            </a:r>
            <a:endParaRPr sz="2501" b="1">
              <a:solidFill>
                <a:srgbClr val="FF27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10264209" y="6563134"/>
            <a:ext cx="812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10264209" y="8399703"/>
            <a:ext cx="812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1051560" y="2514600"/>
            <a:ext cx="8229600" cy="374910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 txBox="1"/>
          <p:nvPr/>
        </p:nvSpPr>
        <p:spPr>
          <a:xfrm>
            <a:off x="1371600" y="2715768"/>
            <a:ext cx="7589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INSIDE THE 30 ms CHECK</a:t>
            </a:r>
            <a:endParaRPr sz="1500" b="1">
              <a:solidFill>
                <a:srgbClr val="FF2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29"/>
          <p:cNvSpPr txBox="1"/>
          <p:nvPr/>
        </p:nvSpPr>
        <p:spPr>
          <a:xfrm>
            <a:off x="1371600" y="3218688"/>
            <a:ext cx="75894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if (stableButton == LOW) {</a:t>
            </a:r>
            <a:endParaRPr sz="23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running = !running;</a:t>
            </a:r>
            <a:endParaRPr sz="23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if (running) previousStep = now;</a:t>
            </a:r>
            <a:endParaRPr sz="23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3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B24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"/>
          <p:cNvSpPr txBox="1"/>
          <p:nvPr/>
        </p:nvSpPr>
        <p:spPr>
          <a:xfrm>
            <a:off x="1011375" y="3990450"/>
            <a:ext cx="5507400" cy="23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rgbClr val="FFFFFF"/>
                </a:solidFill>
              </a:rPr>
              <a:t>BUTTON ALGORITHM </a:t>
            </a:r>
            <a:endParaRPr sz="3800" b="1">
              <a:solidFill>
                <a:srgbClr val="FFFFFF"/>
              </a:solidFill>
            </a:endParaRPr>
          </a:p>
        </p:txBody>
      </p:sp>
      <p:pic>
        <p:nvPicPr>
          <p:cNvPr id="414" name="Google Shape;414;p30" title="Workshop_1_Button_Debounce_Flowchart (2).jpg"/>
          <p:cNvPicPr preferRelativeResize="0"/>
          <p:nvPr/>
        </p:nvPicPr>
        <p:blipFill rotWithShape="1">
          <a:blip r:embed="rId3">
            <a:alphaModFix/>
          </a:blip>
          <a:srcRect l="70" r="80"/>
          <a:stretch/>
        </p:blipFill>
        <p:spPr>
          <a:xfrm>
            <a:off x="8016150" y="0"/>
            <a:ext cx="10271852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1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420" name="Google Shape;420;p31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1" name="Google Shape;421;p31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2" name="Google Shape;422;p31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23" name="Google Shape;423;p31"/>
          <p:cNvCxnSpPr/>
          <p:nvPr/>
        </p:nvCxnSpPr>
        <p:spPr>
          <a:xfrm>
            <a:off x="11277050" y="7725876"/>
            <a:ext cx="598225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4" name="Google Shape;424;p31"/>
          <p:cNvCxnSpPr/>
          <p:nvPr/>
        </p:nvCxnSpPr>
        <p:spPr>
          <a:xfrm>
            <a:off x="11277050" y="5889308"/>
            <a:ext cx="598225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5" name="Google Shape;425;p31"/>
          <p:cNvCxnSpPr/>
          <p:nvPr/>
        </p:nvCxnSpPr>
        <p:spPr>
          <a:xfrm>
            <a:off x="11277050" y="4052739"/>
            <a:ext cx="598225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6" name="Google Shape;426;p31"/>
          <p:cNvGrpSpPr/>
          <p:nvPr/>
        </p:nvGrpSpPr>
        <p:grpSpPr>
          <a:xfrm>
            <a:off x="9580333" y="2303323"/>
            <a:ext cx="1228279" cy="1445271"/>
            <a:chOff x="0" y="-57150"/>
            <a:chExt cx="323497" cy="380647"/>
          </a:xfrm>
        </p:grpSpPr>
        <p:sp>
          <p:nvSpPr>
            <p:cNvPr id="427" name="Google Shape;427;p31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1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31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430" name="Google Shape;430;p31"/>
          <p:cNvSpPr txBox="1"/>
          <p:nvPr/>
        </p:nvSpPr>
        <p:spPr>
          <a:xfrm>
            <a:off x="1028700" y="2406015"/>
            <a:ext cx="5582114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DEBUG ONE THING AT A TIME</a:t>
            </a:r>
            <a:endParaRPr dirty="0"/>
          </a:p>
        </p:txBody>
      </p:sp>
      <p:sp>
        <p:nvSpPr>
          <p:cNvPr id="431" name="Google Shape;431;p31"/>
          <p:cNvSpPr txBox="1"/>
          <p:nvPr/>
        </p:nvSpPr>
        <p:spPr>
          <a:xfrm>
            <a:off x="1028700" y="4833747"/>
            <a:ext cx="638238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When things behave strangely, compare the value you expect with the value you actually read. </a:t>
            </a:r>
            <a:endParaRPr dirty="0"/>
          </a:p>
        </p:txBody>
      </p:sp>
      <p:sp>
        <p:nvSpPr>
          <p:cNvPr id="432" name="Google Shape;432;p31"/>
          <p:cNvSpPr txBox="1"/>
          <p:nvPr/>
        </p:nvSpPr>
        <p:spPr>
          <a:xfrm>
            <a:off x="11277050" y="3137089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Released HIGH, pressed LOW?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11277050" y="2463165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Button</a:t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11277050" y="4973658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Does ADC change from near 0 to 1023?</a:t>
            </a:r>
            <a:endParaRPr/>
          </a:p>
        </p:txBody>
      </p:sp>
      <p:sp>
        <p:nvSpPr>
          <p:cNvPr id="435" name="Google Shape;435;p31"/>
          <p:cNvSpPr txBox="1"/>
          <p:nvPr/>
        </p:nvSpPr>
        <p:spPr>
          <a:xfrm>
            <a:off x="11277050" y="4299734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Pot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11277050" y="6810226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Does interval change between 1000 and 100 ms?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11277050" y="6136302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Timing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11277050" y="8646795"/>
            <a:ext cx="598225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Does currentLed stay between 0 and 7?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11277050" y="7972871"/>
            <a:ext cx="5982250" cy="43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2768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Output</a:t>
            </a:r>
            <a:endParaRPr/>
          </a:p>
        </p:txBody>
      </p:sp>
      <p:grpSp>
        <p:nvGrpSpPr>
          <p:cNvPr id="440" name="Google Shape;440;p31"/>
          <p:cNvGrpSpPr/>
          <p:nvPr/>
        </p:nvGrpSpPr>
        <p:grpSpPr>
          <a:xfrm>
            <a:off x="9580333" y="4139892"/>
            <a:ext cx="1228279" cy="1445271"/>
            <a:chOff x="0" y="-57150"/>
            <a:chExt cx="323497" cy="380647"/>
          </a:xfrm>
        </p:grpSpPr>
        <p:sp>
          <p:nvSpPr>
            <p:cNvPr id="441" name="Google Shape;441;p31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31"/>
          <p:cNvGrpSpPr/>
          <p:nvPr/>
        </p:nvGrpSpPr>
        <p:grpSpPr>
          <a:xfrm>
            <a:off x="9580333" y="5976460"/>
            <a:ext cx="1228279" cy="1445271"/>
            <a:chOff x="0" y="-57150"/>
            <a:chExt cx="323497" cy="380647"/>
          </a:xfrm>
        </p:grpSpPr>
        <p:sp>
          <p:nvSpPr>
            <p:cNvPr id="444" name="Google Shape;444;p31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31"/>
          <p:cNvGrpSpPr/>
          <p:nvPr/>
        </p:nvGrpSpPr>
        <p:grpSpPr>
          <a:xfrm>
            <a:off x="9580333" y="7813029"/>
            <a:ext cx="1228279" cy="1445271"/>
            <a:chOff x="0" y="-57150"/>
            <a:chExt cx="323497" cy="380647"/>
          </a:xfrm>
        </p:grpSpPr>
        <p:sp>
          <p:nvSpPr>
            <p:cNvPr id="447" name="Google Shape;447;p31"/>
            <p:cNvSpPr/>
            <p:nvPr/>
          </p:nvSpPr>
          <p:spPr>
            <a:xfrm>
              <a:off x="0" y="0"/>
              <a:ext cx="323497" cy="323497"/>
            </a:xfrm>
            <a:custGeom>
              <a:avLst/>
              <a:gdLst/>
              <a:ahLst/>
              <a:cxnLst/>
              <a:rect l="l" t="t" r="r" b="b"/>
              <a:pathLst>
                <a:path w="323497" h="323497" extrusionOk="0">
                  <a:moveTo>
                    <a:pt x="161749" y="0"/>
                  </a:moveTo>
                  <a:lnTo>
                    <a:pt x="161749" y="0"/>
                  </a:lnTo>
                  <a:cubicBezTo>
                    <a:pt x="251080" y="0"/>
                    <a:pt x="323497" y="72417"/>
                    <a:pt x="323497" y="161749"/>
                  </a:cubicBezTo>
                  <a:lnTo>
                    <a:pt x="323497" y="161749"/>
                  </a:lnTo>
                  <a:cubicBezTo>
                    <a:pt x="323497" y="251080"/>
                    <a:pt x="251080" y="323497"/>
                    <a:pt x="161749" y="323497"/>
                  </a:cubicBezTo>
                  <a:lnTo>
                    <a:pt x="161749" y="323497"/>
                  </a:lnTo>
                  <a:cubicBezTo>
                    <a:pt x="72417" y="323497"/>
                    <a:pt x="0" y="251080"/>
                    <a:pt x="0" y="161749"/>
                  </a:cubicBezTo>
                  <a:lnTo>
                    <a:pt x="0" y="161749"/>
                  </a:lnTo>
                  <a:cubicBezTo>
                    <a:pt x="0" y="72417"/>
                    <a:pt x="72417" y="0"/>
                    <a:pt x="161749" y="0"/>
                  </a:cubicBezTo>
                  <a:close/>
                </a:path>
              </a:pathLst>
            </a:custGeom>
            <a:solidFill>
              <a:srgbClr val="FF276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1"/>
            <p:cNvSpPr txBox="1"/>
            <p:nvPr/>
          </p:nvSpPr>
          <p:spPr>
            <a:xfrm>
              <a:off x="0" y="-57150"/>
              <a:ext cx="323497" cy="380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31"/>
          <p:cNvSpPr txBox="1"/>
          <p:nvPr/>
        </p:nvSpPr>
        <p:spPr>
          <a:xfrm>
            <a:off x="9788231" y="2889997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01</a:t>
            </a:r>
            <a:endParaRPr/>
          </a:p>
        </p:txBody>
      </p:sp>
      <p:sp>
        <p:nvSpPr>
          <p:cNvPr id="450" name="Google Shape;450;p31"/>
          <p:cNvSpPr txBox="1"/>
          <p:nvPr/>
        </p:nvSpPr>
        <p:spPr>
          <a:xfrm>
            <a:off x="9788231" y="4726565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02</a:t>
            </a:r>
            <a:endParaRPr/>
          </a:p>
        </p:txBody>
      </p:sp>
      <p:sp>
        <p:nvSpPr>
          <p:cNvPr id="451" name="Google Shape;451;p31"/>
          <p:cNvSpPr txBox="1"/>
          <p:nvPr/>
        </p:nvSpPr>
        <p:spPr>
          <a:xfrm>
            <a:off x="9788231" y="6563134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03</a:t>
            </a:r>
            <a:endParaRPr/>
          </a:p>
        </p:txBody>
      </p:sp>
      <p:sp>
        <p:nvSpPr>
          <p:cNvPr id="452" name="Google Shape;452;p31"/>
          <p:cNvSpPr txBox="1"/>
          <p:nvPr/>
        </p:nvSpPr>
        <p:spPr>
          <a:xfrm>
            <a:off x="9788231" y="8399703"/>
            <a:ext cx="812484" cy="43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1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04</a:t>
            </a:r>
            <a:endParaRPr/>
          </a:p>
        </p:txBody>
      </p:sp>
      <p:sp>
        <p:nvSpPr>
          <p:cNvPr id="453" name="Google Shape;453;p31"/>
          <p:cNvSpPr/>
          <p:nvPr/>
        </p:nvSpPr>
        <p:spPr>
          <a:xfrm>
            <a:off x="7760343" y="2276662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1097280" y="6080760"/>
            <a:ext cx="8046720" cy="320040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1"/>
          <p:cNvSpPr txBox="1"/>
          <p:nvPr/>
        </p:nvSpPr>
        <p:spPr>
          <a:xfrm>
            <a:off x="1417319" y="6281928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2368"/>
                </a:solidFill>
                <a:latin typeface="Open Sans"/>
                <a:ea typeface="Open Sans"/>
                <a:cs typeface="Open Sans"/>
                <a:sym typeface="Open Sans"/>
              </a:rPr>
              <a:t>SERIAL MONITOR</a:t>
            </a:r>
            <a:endParaRPr/>
          </a:p>
        </p:txBody>
      </p:sp>
      <p:sp>
        <p:nvSpPr>
          <p:cNvPr id="456" name="Google Shape;456;p31"/>
          <p:cNvSpPr txBox="1"/>
          <p:nvPr/>
        </p:nvSpPr>
        <p:spPr>
          <a:xfrm>
            <a:off x="1417319" y="6784848"/>
            <a:ext cx="7406640" cy="222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Serial.print("LED = ");</a:t>
            </a:r>
            <a:b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Serial.print(currentLed);</a:t>
            </a:r>
            <a:b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Serial.print(" interval = ");</a:t>
            </a:r>
            <a:b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2000" b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Serial.println(interval);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32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462" name="Google Shape;462;p32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3" name="Google Shape;463;p32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4" name="Google Shape;464;p32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65" name="Google Shape;465;p32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4753182" y="2122017"/>
            <a:ext cx="8781636" cy="245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5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SCANNER</a:t>
            </a:r>
            <a:br>
              <a:rPr lang="en-US" sz="705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058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dirty="0"/>
          </a:p>
        </p:txBody>
      </p:sp>
      <p:sp>
        <p:nvSpPr>
          <p:cNvPr id="467" name="Google Shape;467;p32"/>
          <p:cNvSpPr txBox="1"/>
          <p:nvPr/>
        </p:nvSpPr>
        <p:spPr>
          <a:xfrm>
            <a:off x="5413640" y="5985133"/>
            <a:ext cx="746072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Make the light travel 0, 1, ... 7, 6, ... 0.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Keep the potentiometer for speed, the button for RUN/PAUSE and </a:t>
            </a:r>
            <a:r>
              <a:rPr lang="en-US" sz="18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millis</a:t>
            </a:r>
            <a:r>
              <a:rPr lang="en-US" sz="18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().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3002316" y="4899847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15165493" y="5387153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4266986" y="7329850"/>
            <a:ext cx="10607040" cy="2606040"/>
          </a:xfrm>
          <a:prstGeom prst="roundRect">
            <a:avLst>
              <a:gd name="adj" fmla="val 16667"/>
            </a:avLst>
          </a:prstGeom>
          <a:solidFill>
            <a:srgbClr val="0F143C"/>
          </a:solidFill>
          <a:ln w="9525" cap="flat" cmpd="sng">
            <a:solidFill>
              <a:srgbClr val="404A7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 txBox="1"/>
          <p:nvPr/>
        </p:nvSpPr>
        <p:spPr>
          <a:xfrm>
            <a:off x="4542781" y="7641778"/>
            <a:ext cx="99669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18275" anchor="ctr" anchorCtr="0">
            <a:noAutofit/>
          </a:bodyPr>
          <a:lstStyle/>
          <a:p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//hint: </a:t>
            </a: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else must the Arduino remember in the function below?</a:t>
            </a:r>
            <a:endParaRPr lang="en-US"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advanceLed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// TODO: bounce at each end.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++;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if (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&gt;=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ledCount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currentLed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= 0;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90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showLed</a:t>
            </a: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90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28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33"/>
          <p:cNvGrpSpPr/>
          <p:nvPr/>
        </p:nvGrpSpPr>
        <p:grpSpPr>
          <a:xfrm>
            <a:off x="16901637" y="1042988"/>
            <a:ext cx="357663" cy="242542"/>
            <a:chOff x="0" y="19050"/>
            <a:chExt cx="476884" cy="323389"/>
          </a:xfrm>
        </p:grpSpPr>
        <p:cxnSp>
          <p:nvCxnSpPr>
            <p:cNvPr id="477" name="Google Shape;477;p33"/>
            <p:cNvCxnSpPr/>
            <p:nvPr/>
          </p:nvCxnSpPr>
          <p:spPr>
            <a:xfrm>
              <a:off x="0" y="19050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8" name="Google Shape;478;p33"/>
            <p:cNvCxnSpPr/>
            <p:nvPr/>
          </p:nvCxnSpPr>
          <p:spPr>
            <a:xfrm>
              <a:off x="0" y="180744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9" name="Google Shape;479;p33"/>
            <p:cNvCxnSpPr/>
            <p:nvPr/>
          </p:nvCxnSpPr>
          <p:spPr>
            <a:xfrm>
              <a:off x="0" y="342439"/>
              <a:ext cx="476884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80" name="Google Shape;480;p33"/>
          <p:cNvSpPr txBox="1"/>
          <p:nvPr/>
        </p:nvSpPr>
        <p:spPr>
          <a:xfrm>
            <a:off x="1028700" y="990600"/>
            <a:ext cx="2692596" cy="35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ENGN 3340  /  SUCCESS CENTRE</a:t>
            </a:r>
            <a:endParaRPr/>
          </a:p>
        </p:txBody>
      </p:sp>
      <p:sp>
        <p:nvSpPr>
          <p:cNvPr id="481" name="Google Shape;481;p33"/>
          <p:cNvSpPr txBox="1"/>
          <p:nvPr/>
        </p:nvSpPr>
        <p:spPr>
          <a:xfrm>
            <a:off x="4753182" y="3233162"/>
            <a:ext cx="8781636" cy="245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5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br>
              <a:rPr lang="en-US" sz="705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058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LEAVE</a:t>
            </a:r>
            <a:endParaRPr/>
          </a:p>
        </p:txBody>
      </p:sp>
      <p:sp>
        <p:nvSpPr>
          <p:cNvPr id="482" name="Google Shape;482;p33"/>
          <p:cNvSpPr txBox="1"/>
          <p:nvPr/>
        </p:nvSpPr>
        <p:spPr>
          <a:xfrm>
            <a:off x="5310401" y="7308287"/>
            <a:ext cx="7460720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Good and detailed coding tutorials:</a:t>
            </a:r>
          </a:p>
          <a:p>
            <a:pPr lvl="0" algn="ctr">
              <a:lnSpc>
                <a:spcPct val="140000"/>
              </a:lnSpc>
            </a:pPr>
            <a:r>
              <a:rPr lang="en-US" sz="18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https://www.youtube.com/watch?v=BLrHTHUjPuw&amp;t=64s</a:t>
            </a:r>
            <a:endParaRPr lang="en-US" sz="18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>
              <a:lnSpc>
                <a:spcPct val="140000"/>
              </a:lnSpc>
            </a:pPr>
            <a:r>
              <a:rPr lang="en-US" sz="18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https://www.youtube.com/watch?v=zJ-LqeX_fLU&amp;t=1706s</a:t>
            </a:r>
            <a:endParaRPr lang="en-US" sz="18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3002316" y="4899847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6"/>
                </a:lnTo>
                <a:lnTo>
                  <a:pt x="0" y="48730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15165493" y="5387153"/>
            <a:ext cx="471358" cy="487306"/>
          </a:xfrm>
          <a:custGeom>
            <a:avLst/>
            <a:gdLst/>
            <a:ahLst/>
            <a:cxnLst/>
            <a:rect l="l" t="t" r="r" b="b"/>
            <a:pathLst>
              <a:path w="471358" h="487306" extrusionOk="0">
                <a:moveTo>
                  <a:pt x="0" y="0"/>
                </a:moveTo>
                <a:lnTo>
                  <a:pt x="471358" y="0"/>
                </a:lnTo>
                <a:lnTo>
                  <a:pt x="471358" y="487307"/>
                </a:lnTo>
                <a:lnTo>
                  <a:pt x="0" y="48730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1412</Words>
  <Application>Microsoft Office PowerPoint</Application>
  <PresentationFormat>Custom</PresentationFormat>
  <Paragraphs>194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Roboto Mono</vt:lpstr>
      <vt:lpstr>Arial</vt:lpstr>
      <vt:lpstr>Open Sans</vt:lpstr>
      <vt:lpstr>Open Sans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Kelenna Udo</cp:lastModifiedBy>
  <cp:revision>1</cp:revision>
  <dcterms:modified xsi:type="dcterms:W3CDTF">2026-09-29T20:05:03Z</dcterms:modified>
</cp:coreProperties>
</file>